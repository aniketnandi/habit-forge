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59" r:id="rId9"/>
    <p:sldId id="264" r:id="rId10"/>
    <p:sldId id="260" r:id="rId11"/>
    <p:sldId id="261" r:id="rId12"/>
    <p:sldId id="262" r:id="rId13"/>
    <p:sldId id="263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B54750-069D-5D0B-C37C-582F03C6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8969DC20-D88C-0511-AD1F-2FBE6A3D8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97B356C6-11E1-E546-900B-B090F5D82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74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FF1861E-9CBA-247E-2A25-892CC1F8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C89C5658-25D0-EFD0-EDC3-57802B842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6E52B0FF-9A1F-5789-6DAA-2531250B4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91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172B3C-1CA5-C295-7A5C-A1F251A3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ACB66052-444C-A72F-7220-1172E8F23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DC20A055-825E-2BBE-843A-812600E307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162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BABF2A7-8CB1-575D-88FF-04BEE615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191E0886-EE7E-D759-CAC5-A0C554B8F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FD8A55B7-9A95-F73C-7BE3-02C7A334A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18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df5837ef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df5837ef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7F2D1602-9942-F704-E77A-0426C4A9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df5837ef2_0_5:notes">
            <a:extLst>
              <a:ext uri="{FF2B5EF4-FFF2-40B4-BE49-F238E27FC236}">
                <a16:creationId xmlns:a16="http://schemas.microsoft.com/office/drawing/2014/main" id="{238033AF-B8DA-E33C-C80B-45F81AF9B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df5837ef2_0_5:notes">
            <a:extLst>
              <a:ext uri="{FF2B5EF4-FFF2-40B4-BE49-F238E27FC236}">
                <a16:creationId xmlns:a16="http://schemas.microsoft.com/office/drawing/2014/main" id="{906A643E-A51B-046F-BDAC-261D63AF9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729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df5837ef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df5837ef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df5837ef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df5837ef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df5837ef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df5837ef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df5837ef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df5837ef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iketnandi/Habit-Forge/tree/final-projec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habit-forge-final-project.onrender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60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Habit Forge</a:t>
            </a:r>
            <a:br>
              <a:rPr lang="en" dirty="0"/>
            </a:br>
            <a:r>
              <a:rPr lang="en-IN" sz="2400" dirty="0"/>
              <a:t>CS 5610 - Web Development</a:t>
            </a:r>
            <a:endParaRPr sz="2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0089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hlink"/>
                </a:solidFill>
              </a:rPr>
              <a:t>Final Project: Iterating your full stack application with design, accessibility and usability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Aniket Nandi (002598522)</a:t>
            </a:r>
          </a:p>
          <a:p>
            <a:pPr marL="0" indent="0"/>
            <a:r>
              <a:rPr lang="en-IN" dirty="0"/>
              <a:t>Neil Wang (002375301)</a:t>
            </a: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3000" y="4324438"/>
            <a:ext cx="2058424" cy="6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Build a full-stack habit tracking app with Node.js, Express, MongoDB, and React with Hooks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Allow users to create habits, log completions, and track streaks and weekly completion percentages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Support analytics with sort, filter by date range, and personal weekly goal targets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Incorporate design principles, accessibility standards, and usability improvements based on participant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sp>
        <p:nvSpPr>
          <p:cNvPr id="2" name="Google Shape;63;p14">
            <a:extLst>
              <a:ext uri="{FF2B5EF4-FFF2-40B4-BE49-F238E27FC236}">
                <a16:creationId xmlns:a16="http://schemas.microsoft.com/office/drawing/2014/main" id="{E3F0B486-C95D-3150-FB3B-243ADB359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5 screens designed: Dashboard, Add/Edit Habit, Log View, Analytics, Navigation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Wireframes focused on habit cards, log history, and analytics progress bars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React component-based layout with modal overlays and dynamic filtering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1F012-228D-0A26-ECA9-D2058D36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58" y="3053510"/>
            <a:ext cx="6687483" cy="924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A37C38E-1AB4-61F2-F580-0F1B3F61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AE36D3A-DE92-091B-6100-E89C73945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246B-29A1-F32B-79ED-847A8F3E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42" y="1017725"/>
            <a:ext cx="673511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1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1C8D446-D947-292E-2B9D-1B0C196E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E0D2F87-FD5F-4313-71FB-B75C20002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473CF-BA37-5252-16CF-6FDA569C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128" y="1017725"/>
            <a:ext cx="5153744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2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2F27822-F032-6FE9-0125-303E65B2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50F9874-8CF1-4E49-14C2-8B37FF886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EB2C9-4CD8-DD67-63FB-70CA07BBC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017725"/>
            <a:ext cx="6212095" cy="412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0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74248D7-F55E-A56D-A86A-50284499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11A44D4-504A-DF73-0760-AAE71BBD8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FF8E8-DCC8-1E7F-1025-9D230C8CD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55" y="1017725"/>
            <a:ext cx="5875089" cy="389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6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Node.js + Express (REST API backend)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MongoDB native driver (3 collections: habits, logs, goals)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React 18 with </a:t>
            </a:r>
            <a:r>
              <a:rPr lang="en-IN" dirty="0" err="1"/>
              <a:t>Hools</a:t>
            </a:r>
            <a:r>
              <a:rPr lang="en-IN" dirty="0"/>
              <a:t> + React Router v6 (client-side rendering)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 err="1"/>
              <a:t>ESLint</a:t>
            </a:r>
            <a:r>
              <a:rPr lang="en-IN" dirty="0"/>
              <a:t> + Prettier + Vite (build tool) + </a:t>
            </a:r>
            <a:r>
              <a:rPr lang="en-IN" dirty="0" err="1"/>
              <a:t>PropTypes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Deployed on Render (backend Web Service + frontend Static Site)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Passport.js + </a:t>
            </a:r>
            <a:r>
              <a:rPr lang="en-IN" dirty="0" err="1"/>
              <a:t>bcrypt</a:t>
            </a:r>
            <a:r>
              <a:rPr lang="en-IN" dirty="0"/>
              <a:t> + express-session (authentication)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Syne + DM Sans (typography pairing)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3483CE52-5F58-2B5C-1F57-63F356C8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0AA5E858-CD0C-6F3C-99DE-7C2DA183A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Makes This Project Different?</a:t>
            </a:r>
            <a:endParaRPr dirty="0"/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85CC995F-BB81-4BC6-9A27-DF1F2A5FF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Full analytics engine with streak calculation, weekly completion %, and date range filtering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3 MongoDB collections with full CRUD split between both team members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2046 synthetic records with realistic streak patterns, duplicate prevention and batch seeding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100% Lighthouse accessibility score across all pages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Full keyboard navigation with skip-to-content link and Escape key modal support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Usability study with 6 participants informed analytics filter improvements, google </a:t>
            </a:r>
            <a:r>
              <a:rPr lang="en-US" dirty="0" err="1"/>
              <a:t>sso</a:t>
            </a:r>
            <a:r>
              <a:rPr lang="en-US" dirty="0"/>
              <a:t>, and quick-fill log notes</a:t>
            </a:r>
          </a:p>
        </p:txBody>
      </p:sp>
    </p:spTree>
    <p:extLst>
      <p:ext uri="{BB962C8B-B14F-4D97-AF65-F5344CB8AC3E}">
        <p14:creationId xmlns:p14="http://schemas.microsoft.com/office/powerpoint/2010/main" val="490821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are proud of.</a:t>
            </a:r>
            <a:endParaRPr dirty="0"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Clean modular architecture: 12 React components each with own file and CSS, separate route files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Full CRUD on 3 MongoDB collections with proper indexing, validation, and cascade deletes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Deployed on Render with VITE_API_URL environment variable handling for production API calls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Realistic seed data with 2046 logs, streak patterns, duplicate prevention, and MongoDB indexes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100% Lighthouse accessibility score with zero errors or warnings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Typography pairing using Syne display font and DM Sans body font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Iterative design improvements driven by usability study 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struggled the most with</a:t>
            </a:r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err="1"/>
              <a:t>ESLint</a:t>
            </a:r>
            <a:r>
              <a:rPr lang="en-US" dirty="0"/>
              <a:t> flat config with Prettier plugin on Windows – LF vs CRLF line ending conflicts required .</a:t>
            </a:r>
            <a:r>
              <a:rPr lang="en-US" dirty="0" err="1"/>
              <a:t>gitattributes</a:t>
            </a:r>
            <a:r>
              <a:rPr lang="en-US" dirty="0"/>
              <a:t> fix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Vite proxy only works in development – solved with VITE_API_URL environment variable for production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Merge conflicts from coordinating commits between team members across different machines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Fixing color contrast across teal and orange badge components to meet WCAG AA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Project Demo Video - 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Project GitHub Repo - </a:t>
            </a:r>
            <a:r>
              <a:rPr lang="en-IN" dirty="0">
                <a:hlinkClick r:id="rId3"/>
              </a:rPr>
              <a:t>https://github.com/aniketnandi/Habit-Forge/tree/final-project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Project Live Site - </a:t>
            </a:r>
            <a:r>
              <a:rPr lang="en-IN" dirty="0">
                <a:hlinkClick r:id="rId4"/>
              </a:rPr>
              <a:t>https://habit-forge-final-project.onrender.com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Takeaways</a:t>
            </a:r>
            <a:endParaRPr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Separate backend concerns early – modular routes and collections make CRUD ownership clear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React with Hooks and component-per-file structure keeps the frontend clean and maintainable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Team coordination matters – always test locally before deploying and coordinate commits carefully to avoid merge conflicts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Design, Usability, </a:t>
            </a:r>
            <a:r>
              <a:rPr lang="en-US"/>
              <a:t>and Accessibility matter!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560</Words>
  <Application>Microsoft Office PowerPoint</Application>
  <PresentationFormat>On-screen Show (16:9)</PresentationFormat>
  <Paragraphs>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Habit Forge CS 5610 - Web Development</vt:lpstr>
      <vt:lpstr>Objective</vt:lpstr>
      <vt:lpstr>Design and Mockups</vt:lpstr>
      <vt:lpstr>Design and Mockups</vt:lpstr>
      <vt:lpstr>Design and Mockups</vt:lpstr>
      <vt:lpstr>Design and Mockups</vt:lpstr>
      <vt:lpstr>Design and Mockups</vt:lpstr>
      <vt:lpstr>Technologies used</vt:lpstr>
      <vt:lpstr>What Makes This Project Different?</vt:lpstr>
      <vt:lpstr>What we are proud of.</vt:lpstr>
      <vt:lpstr>What we struggled the most with</vt:lpstr>
      <vt:lpstr>Demo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a5892</cp:lastModifiedBy>
  <cp:revision>14</cp:revision>
  <dcterms:modified xsi:type="dcterms:W3CDTF">2026-04-21T04:04:31Z</dcterms:modified>
</cp:coreProperties>
</file>